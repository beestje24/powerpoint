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2516" y="0"/>
            <a:ext cx="3250406" cy="2437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ctrTitle"/>
          </p:nvPr>
        </p:nvSpPr>
        <p:spPr>
          <a:xfrm>
            <a:off x="3644336" y="2476947"/>
            <a:ext cx="1855327" cy="702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1512053" y="2143819"/>
            <a:ext cx="611886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Hamster Pictures- Which is</a:t>
            </a:r>
            <a:endParaRPr sz="4400"/>
          </a:p>
        </p:txBody>
      </p:sp>
      <p:sp>
        <p:nvSpPr>
          <p:cNvPr id="45" name="Google Shape;45;p7"/>
          <p:cNvSpPr txBox="1"/>
          <p:nvPr/>
        </p:nvSpPr>
        <p:spPr>
          <a:xfrm>
            <a:off x="3250064" y="2830412"/>
            <a:ext cx="2609215" cy="156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Calibri"/>
                <a:ea typeface="Calibri"/>
                <a:cs typeface="Calibri"/>
                <a:sym typeface="Calibri"/>
              </a:rPr>
              <a:t>cutest?</a:t>
            </a:r>
            <a:endParaRPr sz="4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3384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-US" sz="3000">
                <a:solidFill>
                  <a:srgbClr val="7C7C7C"/>
                </a:solidFill>
                <a:latin typeface="Calibri"/>
                <a:ea typeface="Calibri"/>
                <a:cs typeface="Calibri"/>
                <a:sym typeface="Calibri"/>
              </a:rPr>
              <a:t>BlueHamsfer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1445" y="2062758"/>
            <a:ext cx="3027164" cy="3366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7812" y="642937"/>
            <a:ext cx="357187" cy="41076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type="title"/>
          </p:nvPr>
        </p:nvSpPr>
        <p:spPr>
          <a:xfrm>
            <a:off x="2805082" y="472975"/>
            <a:ext cx="3517900" cy="6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This one is	ue</a:t>
            </a:r>
            <a:endParaRPr sz="4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828" y="1419820"/>
            <a:ext cx="5080991" cy="446484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0125">
            <a:spAutoFit/>
          </a:bodyPr>
          <a:lstStyle/>
          <a:p>
            <a:pPr indent="0" lvl="0" marL="1894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This is a cute one</a:t>
            </a:r>
            <a:endParaRPr sz="4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0"/>
          <p:cNvGrpSpPr/>
          <p:nvPr/>
        </p:nvGrpSpPr>
        <p:grpSpPr>
          <a:xfrm>
            <a:off x="2411016" y="1982391"/>
            <a:ext cx="4697016" cy="3527226"/>
            <a:chOff x="2411016" y="1982391"/>
            <a:chExt cx="4697016" cy="3527226"/>
          </a:xfrm>
        </p:grpSpPr>
        <p:pic>
          <p:nvPicPr>
            <p:cNvPr id="64" name="Google Shape;6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1016" y="1982391"/>
              <a:ext cx="4697016" cy="3527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11016" y="1982391"/>
              <a:ext cx="4697016" cy="35272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" name="Google Shape;66;p10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700">
            <a:spAutoFit/>
          </a:bodyPr>
          <a:lstStyle/>
          <a:p>
            <a:pPr indent="0" lvl="0" marL="1788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Baby Hamsters!!!!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820" y="2348508"/>
            <a:ext cx="4286250" cy="331291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3900">
            <a:spAutoFit/>
          </a:bodyPr>
          <a:lstStyle/>
          <a:p>
            <a:pPr indent="0" lvl="0" marL="1693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Christmas Hamster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641" y="1777008"/>
            <a:ext cx="5715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/>
        </p:nvSpPr>
        <p:spPr>
          <a:xfrm>
            <a:off x="1690646" y="460572"/>
            <a:ext cx="204533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Don't try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4326605" y="460572"/>
            <a:ext cx="308864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is at home!!!!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015" y="1634133"/>
            <a:ext cx="6929437" cy="4009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8179" y="669726"/>
            <a:ext cx="258960" cy="892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1804701" y="472975"/>
            <a:ext cx="5487670" cy="6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Arial"/>
                <a:ea typeface="Arial"/>
                <a:cs typeface="Arial"/>
                <a:sym typeface="Arial"/>
              </a:rPr>
              <a:t>Beware-Creepy Hamster</a:t>
            </a:r>
            <a:endParaRPr sz="4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016" y="1910953"/>
            <a:ext cx="4107656" cy="433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7351" y="669726"/>
            <a:ext cx="241101" cy="892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411024" y="479175"/>
            <a:ext cx="21309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0">
                <a:latin typeface="Calibri"/>
                <a:ea typeface="Calibri"/>
                <a:cs typeface="Calibri"/>
                <a:sym typeface="Calibri"/>
              </a:rPr>
              <a:t>dansing</a:t>
            </a:r>
            <a:endParaRPr sz="4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4469341" y="479176"/>
            <a:ext cx="213106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0"/>
              <a:t>Hamsters</a:t>
            </a:r>
            <a:endParaRPr sz="4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5266" y="1777008"/>
            <a:ext cx="4464843" cy="3339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0125">
            <a:spAutoFit/>
          </a:bodyPr>
          <a:lstStyle/>
          <a:p>
            <a:pPr indent="0" lvl="0" marL="2349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Tiny Hamster</a:t>
            </a:r>
            <a:endParaRPr sz="4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210" y="1982391"/>
            <a:ext cx="7500937" cy="27414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3900">
            <a:spAutoFit/>
          </a:bodyPr>
          <a:lstStyle/>
          <a:p>
            <a:pPr indent="0" lvl="0" marL="27184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 Spy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703" y="2062758"/>
            <a:ext cx="5116710" cy="384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/>
              <a:t>Do not stick you fingers in this cage- I</a:t>
            </a:r>
            <a:endParaRPr sz="3950"/>
          </a:p>
          <a:p>
            <a:pPr indent="0" lvl="0" marL="12700" marR="9525" rtl="0" algn="ct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3800"/>
              <a:t>bite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943835" y="1773082"/>
            <a:ext cx="7354268" cy="6124286"/>
            <a:chOff x="3232546" y="3679031"/>
            <a:chExt cx="2562820" cy="2134195"/>
          </a:xfrm>
        </p:grpSpPr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07656" y="5706070"/>
              <a:ext cx="294679" cy="107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2546" y="3679031"/>
              <a:ext cx="2562820" cy="200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18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50"/>
              <a:t>Just so you know- this is not a</a:t>
            </a:r>
            <a:endParaRPr sz="3850"/>
          </a:p>
          <a:p>
            <a:pPr indent="0" lvl="0" marL="5080" marR="7620" rtl="0" algn="ctr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3950"/>
              <a:t>hamster- it is hamster food</a:t>
            </a:r>
            <a:endParaRPr sz="3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7039" y="2009179"/>
            <a:ext cx="4759523" cy="356294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type="title"/>
          </p:nvPr>
        </p:nvSpPr>
        <p:spPr>
          <a:xfrm>
            <a:off x="726761" y="194914"/>
            <a:ext cx="7680086" cy="1239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3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Hamster with a side of vegetables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